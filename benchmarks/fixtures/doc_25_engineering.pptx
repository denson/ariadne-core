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Engineering All-Hands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Ariadne Thread Benchmark |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