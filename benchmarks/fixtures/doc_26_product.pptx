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Product Launch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Ariadne Thread Benchmark | product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</a:t>
            </a:r>
          </a:p>
          <a:p>
            <a:pPr lvl="1"/>
            <a:r>
              <a:t>Point 1: Lorem ipsum dolor sit amet, consectetur adipiscing elit. Sed do eiusmod tempor i</a:t>
            </a:r>
          </a:p>
          <a:p>
            <a:pPr lvl="1"/>
            <a:r>
              <a:t>Point 2: Lorem ipsum dolor sit amet, consectetur adipiscing elit. Sed do eiusmod tempor i</a:t>
            </a:r>
          </a:p>
          <a:p>
            <a:pPr lvl="1"/>
            <a:r>
              <a:t>Point 3: Lorem ipsum dolor sit amet, consectetur adipiscing elit. Sed do eiusmod tempor 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</a:t>
            </a:r>
          </a:p>
          <a:p>
            <a:pPr lvl="1"/>
            <a:r>
              <a:t>Point 1: Lorem ipsum dolor sit amet, consectetur adipiscing elit. Sed do eiusmod tempor i</a:t>
            </a:r>
          </a:p>
          <a:p>
            <a:pPr lvl="1"/>
            <a:r>
              <a:t>Point 2: Lorem ipsum dolor sit amet, consectetur adipiscing elit. Sed do eiusmod tempor i</a:t>
            </a:r>
          </a:p>
          <a:p>
            <a:pPr lvl="1"/>
            <a:r>
              <a:t>Point 3: Lorem ipsum dolor sit amet, consectetur adipiscing elit. Sed do eiusmod tempor 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</a:t>
            </a:r>
          </a:p>
          <a:p>
            <a:pPr lvl="1"/>
            <a:r>
              <a:t>Point 1: Lorem ipsum dolor sit amet, consectetur adipiscing elit. Sed do eiusmod tempor i</a:t>
            </a:r>
          </a:p>
          <a:p>
            <a:pPr lvl="1"/>
            <a:r>
              <a:t>Point 2: Lorem ipsum dolor sit amet, consectetur adipiscing elit. Sed do eiusmod tempor i</a:t>
            </a:r>
          </a:p>
          <a:p>
            <a:pPr lvl="1"/>
            <a:r>
              <a:t>Point 3: Lorem ipsum dolor sit amet, consectetur adipiscing elit. Sed do eiusmod tempor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</a:t>
            </a:r>
          </a:p>
          <a:p>
            <a:pPr lvl="1"/>
            <a:r>
              <a:t>Point 1: Lorem ipsum dolor sit amet, consectetur adipiscing elit. Sed do eiusmod tempor i</a:t>
            </a:r>
          </a:p>
          <a:p>
            <a:pPr lvl="1"/>
            <a:r>
              <a:t>Point 2: Lorem ipsum dolor sit amet, consectetur adipiscing elit. Sed do eiusmod tempor i</a:t>
            </a:r>
          </a:p>
          <a:p>
            <a:pPr lvl="1"/>
            <a:r>
              <a:t>Point 3: Lorem ipsum dolor sit amet, consectetur adipiscing elit. Sed do eiusmod tempor 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</a:t>
            </a:r>
          </a:p>
          <a:p>
            <a:pPr lvl="1"/>
            <a:r>
              <a:t>Point 1: Lorem ipsum dolor sit amet, consectetur adipiscing elit. Sed do eiusmod tempor i</a:t>
            </a:r>
          </a:p>
          <a:p>
            <a:pPr lvl="1"/>
            <a:r>
              <a:t>Point 2: Lorem ipsum dolor sit amet, consectetur adipiscing elit. Sed do eiusmod tempor i</a:t>
            </a:r>
          </a:p>
          <a:p>
            <a:pPr lvl="1"/>
            <a:r>
              <a:t>Point 3: Lorem ipsum dolor sit amet, consectetur adipiscing elit. Sed do eiusmod tempor 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</a:t>
            </a:r>
          </a:p>
          <a:p>
            <a:pPr lvl="1"/>
            <a:r>
              <a:t>Point 1: Lorem ipsum dolor sit amet, consectetur adipiscing elit. Sed do eiusmod tempor i</a:t>
            </a:r>
          </a:p>
          <a:p>
            <a:pPr lvl="1"/>
            <a:r>
              <a:t>Point 2: Lorem ipsum dolor sit amet, consectetur adipiscing elit. Sed do eiusmod tempor i</a:t>
            </a:r>
          </a:p>
          <a:p>
            <a:pPr lvl="1"/>
            <a:r>
              <a:t>Point 3: Lorem ipsum dolor sit amet, consectetur adipiscing elit. Sed do eiusmod tempor 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</a:t>
            </a:r>
          </a:p>
          <a:p>
            <a:pPr lvl="1"/>
            <a:r>
              <a:t>Point 1: Lorem ipsum dolor sit amet, consectetur adipiscing elit. Sed do eiusmod tempor i</a:t>
            </a:r>
          </a:p>
          <a:p>
            <a:pPr lvl="1"/>
            <a:r>
              <a:t>Point 2: Lorem ipsum dolor sit amet, consectetur adipiscing elit. Sed do eiusmod tempor i</a:t>
            </a:r>
          </a:p>
          <a:p>
            <a:pPr lvl="1"/>
            <a:r>
              <a:t>Point 3: Lorem ipsum dolor sit amet, consectetur adipiscing elit. Sed do eiusmod tempor 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</a:t>
            </a:r>
          </a:p>
          <a:p>
            <a:pPr lvl="1"/>
            <a:r>
              <a:t>Point 1: Lorem ipsum dolor sit amet, consectetur adipiscing elit. Sed do eiusmod tempor i</a:t>
            </a:r>
          </a:p>
          <a:p>
            <a:pPr lvl="1"/>
            <a:r>
              <a:t>Point 2: Lorem ipsum dolor sit amet, consectetur adipiscing elit. Sed do eiusmod tempor i</a:t>
            </a:r>
          </a:p>
          <a:p>
            <a:pPr lvl="1"/>
            <a:r>
              <a:t>Point 3: Lorem ipsum dolor sit amet, consectetur adipiscing elit. Sed do eiusmod tempor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